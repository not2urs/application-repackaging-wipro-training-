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Team 1 Members: [Add Names]</a:t>
            </a:r>
          </a:p>
          <a:p>
            <a:pPr>
              <a:defRPr sz="1800"/>
            </a:pPr>
            <a:r>
              <a:t>Assigned Modules:</a:t>
            </a:r>
          </a:p>
          <a:p>
            <a:pPr>
              <a:defRPr sz="1800"/>
            </a:pPr>
            <a:r>
              <a:t>Module 1: Overview of Microsoft SCCM</a:t>
            </a:r>
          </a:p>
          <a:p>
            <a:pPr>
              <a:defRPr sz="1800"/>
            </a:pPr>
            <a:r>
              <a:t>Module 2: Planning &amp; Deploying a Stand-Alone Primary Site</a:t>
            </a:r>
          </a:p>
          <a:p>
            <a:pPr>
              <a:defRPr sz="1800"/>
            </a:pPr>
            <a:r>
              <a:t>Module 11: Managing &amp; Maintaining a Configuration Manager 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Microsoft SCCM: Unified device and application management solution</a:t>
            </a:r>
          </a:p>
          <a:p>
            <a:pPr>
              <a:defRPr sz="1800"/>
            </a:pPr>
            <a:r>
              <a:t>Core Capabilities: OS deployment, app distribution, patching, compliance reporting</a:t>
            </a:r>
          </a:p>
          <a:p>
            <a:pPr>
              <a:defRPr sz="1800"/>
            </a:pPr>
            <a:r>
              <a:t>Why SCCM?: Automates IT tasks, improves compliance, scales globally</a:t>
            </a:r>
          </a:p>
          <a:p>
            <a:pPr>
              <a:defRPr sz="1800"/>
            </a:pPr>
            <a:r>
              <a:t>Modules Covered: Overview, Deployment, Maintenance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Features in SCCM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Modern workplace integration with Intune</a:t>
            </a:r>
          </a:p>
          <a:p>
            <a:pPr>
              <a:defRPr sz="1800"/>
            </a:pPr>
            <a:r>
              <a:t>Tenant Attach for cloud management</a:t>
            </a:r>
          </a:p>
          <a:p>
            <a:pPr>
              <a:defRPr sz="1800"/>
            </a:pPr>
            <a:r>
              <a:t>Cloud DP (Azure-based content distribution)</a:t>
            </a:r>
          </a:p>
          <a:p>
            <a:pPr>
              <a:defRPr sz="1800"/>
            </a:pPr>
            <a:r>
              <a:t>Endpoint Analytics and continuous servicing model</a:t>
            </a:r>
          </a:p>
          <a:p>
            <a:pPr>
              <a:defRPr sz="1800"/>
            </a:pPr>
            <a:r>
              <a:t>Diagram: Hybrid On-prem + Cloud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Implementing SCCM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Centralized device &amp; server management</a:t>
            </a:r>
          </a:p>
          <a:p>
            <a:pPr>
              <a:defRPr sz="1800"/>
            </a:pPr>
            <a:r>
              <a:t>Automation: Deployment, patching, compliance</a:t>
            </a:r>
          </a:p>
          <a:p>
            <a:pPr>
              <a:defRPr sz="1800"/>
            </a:pPr>
            <a:r>
              <a:t>Security: Baselines, BitLocker, antivirus</a:t>
            </a:r>
          </a:p>
          <a:p>
            <a:pPr>
              <a:defRPr sz="1800"/>
            </a:pPr>
            <a:r>
              <a:t>Productivity: Self-service Software Center</a:t>
            </a:r>
          </a:p>
          <a:p>
            <a:pPr>
              <a:defRPr sz="1800"/>
            </a:pPr>
            <a:r>
              <a:t>Scalable for SMBs to global enterprises</a:t>
            </a:r>
          </a:p>
          <a:p>
            <a:pPr>
              <a:defRPr sz="1800"/>
            </a:pPr>
            <a:r>
              <a:t>Diagram: Benefits wheel around SCCM 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SCCM History &amp;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1994: SMS (Systems Management Server)</a:t>
            </a:r>
          </a:p>
          <a:p>
            <a:pPr>
              <a:defRPr sz="1800"/>
            </a:pPr>
            <a:r>
              <a:t>2007: SCCM introduced</a:t>
            </a:r>
          </a:p>
          <a:p>
            <a:pPr>
              <a:defRPr sz="1800"/>
            </a:pPr>
            <a:r>
              <a:t>2012: Intune hybrid integration</a:t>
            </a:r>
          </a:p>
          <a:p>
            <a:pPr>
              <a:defRPr sz="1800"/>
            </a:pPr>
            <a:r>
              <a:t>2019: Renamed to Microsoft Endpoint Configuration Manager</a:t>
            </a:r>
          </a:p>
          <a:p>
            <a:pPr>
              <a:defRPr sz="1800"/>
            </a:pPr>
            <a:r>
              <a:t>2020+: Current Branch continuous updates</a:t>
            </a:r>
          </a:p>
          <a:p>
            <a:pPr>
              <a:defRPr sz="1800"/>
            </a:pPr>
            <a:r>
              <a:t>Diagram: Timeline graphic with milestones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SCCM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Central Administration Site (CAS) - multi-primary control</a:t>
            </a:r>
          </a:p>
          <a:p>
            <a:pPr>
              <a:defRPr sz="1800"/>
            </a:pPr>
            <a:r>
              <a:t>Primary Site - manages clients and reporting</a:t>
            </a:r>
          </a:p>
          <a:p>
            <a:pPr>
              <a:defRPr sz="1800"/>
            </a:pPr>
            <a:r>
              <a:t>Secondary Site - reduces WAN usage at branch offices</a:t>
            </a:r>
          </a:p>
          <a:p>
            <a:pPr>
              <a:defRPr sz="1800"/>
            </a:pPr>
            <a:r>
              <a:t>Replication: SQL (config data), File-based (packages)</a:t>
            </a:r>
          </a:p>
          <a:p>
            <a:pPr>
              <a:defRPr sz="1800"/>
            </a:pPr>
            <a:r>
              <a:t>Diagram: CAS → Primary → Secondary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SCCM Site System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Management Point (MP): Client communication</a:t>
            </a:r>
          </a:p>
          <a:p>
            <a:pPr>
              <a:defRPr sz="1800"/>
            </a:pPr>
            <a:r>
              <a:t>Distribution Point (DP): Content distribution</a:t>
            </a:r>
          </a:p>
          <a:p>
            <a:pPr>
              <a:defRPr sz="1800"/>
            </a:pPr>
            <a:r>
              <a:t>Software Update Point (SUP): Patch management</a:t>
            </a:r>
          </a:p>
          <a:p>
            <a:pPr>
              <a:defRPr sz="1800"/>
            </a:pPr>
            <a:r>
              <a:t>Reporting Services Point (RSP): SQL reporting</a:t>
            </a:r>
          </a:p>
          <a:p>
            <a:pPr>
              <a:defRPr sz="1800"/>
            </a:pPr>
            <a:r>
              <a:t>Fallback Status Point (FSP), State Migration Point (SMP)</a:t>
            </a:r>
          </a:p>
          <a:p>
            <a:pPr>
              <a:defRPr sz="1800"/>
            </a:pPr>
            <a:r>
              <a:t>Diagram: Site server with role connections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Log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Monitoring: Dashboards, alerts, replication checks</a:t>
            </a:r>
          </a:p>
          <a:p>
            <a:pPr>
              <a:defRPr sz="1800"/>
            </a:pPr>
            <a:r>
              <a:t>Key Logs: ccmsetup.log, smsexec.log, mpcontrol.log, distmgr.log</a:t>
            </a:r>
          </a:p>
          <a:p>
            <a:pPr>
              <a:defRPr sz="1800"/>
            </a:pPr>
            <a:r>
              <a:t>CMTrace tool for viewing logs</a:t>
            </a:r>
          </a:p>
          <a:p>
            <a:pPr>
              <a:defRPr sz="1800"/>
            </a:pPr>
            <a:r>
              <a:t>Diagram: Clients → Logs → Monitoring Tools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Assess: Client count, network, HA, security</a:t>
            </a:r>
          </a:p>
          <a:p>
            <a:pPr>
              <a:defRPr sz="1800"/>
            </a:pPr>
            <a:r>
              <a:t>Hardware: Dedicated DB, high storage performance</a:t>
            </a:r>
          </a:p>
          <a:p>
            <a:pPr>
              <a:defRPr sz="1800"/>
            </a:pPr>
            <a:r>
              <a:t>Software: Windows Server, SQL Server, WSUS, .NET, IIS</a:t>
            </a:r>
          </a:p>
          <a:p>
            <a:pPr>
              <a:defRPr sz="1800"/>
            </a:pPr>
            <a:r>
              <a:t>Diagram: Planning checklist visual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Extending Active Directory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Purpose: SCCM publishes site info to AD</a:t>
            </a:r>
          </a:p>
          <a:p>
            <a:pPr>
              <a:defRPr sz="1800"/>
            </a:pPr>
            <a:r>
              <a:t>Benefits: Auto client assignment, secure discovery</a:t>
            </a:r>
          </a:p>
          <a:p>
            <a:pPr>
              <a:defRPr sz="1800"/>
            </a:pPr>
            <a:r>
              <a:t>Steps: Run extadsch.exe, verify extadsch.log, confirm AD objects</a:t>
            </a:r>
          </a:p>
          <a:p>
            <a:pPr>
              <a:defRPr sz="1800"/>
            </a:pPr>
            <a:r>
              <a:t>Diagram: SCCM → AD → Clients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SCCM Site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Pre-reqs: IIS, BITS, WSUS, .NET</a:t>
            </a:r>
          </a:p>
          <a:p>
            <a:pPr>
              <a:defRPr sz="1800"/>
            </a:pPr>
            <a:r>
              <a:t>Setup Wizard: Select Primary Site, enter Site Code &amp; SQL details</a:t>
            </a:r>
          </a:p>
          <a:p>
            <a:pPr>
              <a:defRPr sz="1800"/>
            </a:pPr>
            <a:r>
              <a:t>Validation via console and logs</a:t>
            </a:r>
          </a:p>
          <a:p>
            <a:pPr>
              <a:defRPr sz="1800"/>
            </a:pPr>
            <a:r>
              <a:t>Diagram: Installation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Updates &amp; Servicing with SCP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Service Connection Point (SCP) for updates &amp; telemetry</a:t>
            </a:r>
          </a:p>
          <a:p>
            <a:pPr>
              <a:defRPr sz="1800"/>
            </a:pPr>
            <a:r>
              <a:t>Modes: Online (auto), Offline (manual import)</a:t>
            </a:r>
          </a:p>
          <a:p>
            <a:pPr>
              <a:defRPr sz="1800"/>
            </a:pPr>
            <a:r>
              <a:t>Telemetry uploads diagnostic data to Microsoft</a:t>
            </a:r>
          </a:p>
          <a:p>
            <a:pPr>
              <a:defRPr sz="1800"/>
            </a:pPr>
            <a:r>
              <a:t>Diagram: SCP ↔ Microsoft communication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Post-Setup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Define Boundaries &amp; Boundary Groups</a:t>
            </a:r>
          </a:p>
          <a:p>
            <a:pPr>
              <a:defRPr sz="1800"/>
            </a:pPr>
            <a:r>
              <a:t>Install site system roles: DP, MP, SUP, RSP</a:t>
            </a:r>
          </a:p>
          <a:p>
            <a:pPr>
              <a:defRPr sz="1800"/>
            </a:pPr>
            <a:r>
              <a:t>Client Installation: Push, GPO, Script, Manual</a:t>
            </a:r>
          </a:p>
          <a:p>
            <a:pPr>
              <a:defRPr sz="1800"/>
            </a:pPr>
            <a:r>
              <a:t>Enable Monitoring of client activity</a:t>
            </a:r>
          </a:p>
          <a:p>
            <a:pPr>
              <a:defRPr sz="1800"/>
            </a:pPr>
            <a:r>
              <a:t>Diagram: Boundaries + Roles mapping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Verifying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Check Monitoring Node in console</a:t>
            </a:r>
          </a:p>
          <a:p>
            <a:pPr>
              <a:defRPr sz="1800"/>
            </a:pPr>
            <a:r>
              <a:t>Key Logs: sitecomp.log, smsexec.log, mpmsi.log</a:t>
            </a:r>
          </a:p>
          <a:p>
            <a:pPr>
              <a:defRPr sz="1800"/>
            </a:pPr>
            <a:r>
              <a:t>Test app deployment and policy retrieval</a:t>
            </a:r>
          </a:p>
          <a:p>
            <a:pPr>
              <a:defRPr sz="1800"/>
            </a:pPr>
            <a:r>
              <a:t>Verify SQL replication health</a:t>
            </a:r>
          </a:p>
          <a:p>
            <a:pPr>
              <a:defRPr sz="1800"/>
            </a:pPr>
            <a:r>
              <a:t>Diagram: Verification cycle 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Role-Based Administration (RBA)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Delegates rights to admins with least privilege</a:t>
            </a:r>
          </a:p>
          <a:p>
            <a:pPr>
              <a:defRPr sz="1800"/>
            </a:pPr>
            <a:r>
              <a:t>Roles: App Admin, Infra Admin, OS Deployment, Endpoint Protection Manager</a:t>
            </a:r>
          </a:p>
          <a:p>
            <a:pPr>
              <a:defRPr sz="1800"/>
            </a:pPr>
            <a:r>
              <a:t>Scopes restrict object visibility</a:t>
            </a:r>
          </a:p>
          <a:p>
            <a:pPr>
              <a:defRPr sz="1800"/>
            </a:pPr>
            <a:r>
              <a:t>Collections target groups of devices/users</a:t>
            </a:r>
          </a:p>
          <a:p>
            <a:pPr>
              <a:defRPr sz="1800"/>
            </a:pPr>
            <a:r>
              <a:t>Diagram: Role-to-scope mapping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Remote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Remote Control tool for IT helpdesk</a:t>
            </a:r>
          </a:p>
          <a:p>
            <a:pPr>
              <a:defRPr sz="1800"/>
            </a:pPr>
            <a:r>
              <a:t>Pre-reqs: Firewall &amp; client settings enabled</a:t>
            </a:r>
          </a:p>
          <a:p>
            <a:pPr>
              <a:defRPr sz="1800"/>
            </a:pPr>
            <a:r>
              <a:t>Security: User consent required, encrypted sessions</a:t>
            </a:r>
          </a:p>
          <a:p>
            <a:pPr>
              <a:defRPr sz="1800"/>
            </a:pPr>
            <a:r>
              <a:t>Audit: Logs every remote session</a:t>
            </a:r>
          </a:p>
          <a:p>
            <a:pPr>
              <a:defRPr sz="1800"/>
            </a:pPr>
            <a:r>
              <a:t>Diagram: Admin ↔ Client remote workflow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Maintenance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WSUS cleanup, SQL maintenance, aged data cleanup</a:t>
            </a:r>
          </a:p>
          <a:p>
            <a:pPr>
              <a:defRPr sz="1800"/>
            </a:pPr>
            <a:r>
              <a:t>Monitor replication, DP health, client activity</a:t>
            </a:r>
          </a:p>
          <a:p>
            <a:pPr>
              <a:defRPr sz="1800"/>
            </a:pPr>
            <a:r>
              <a:t>Automate tasks on schedule for efficiency</a:t>
            </a:r>
          </a:p>
          <a:p>
            <a:pPr>
              <a:defRPr sz="1800"/>
            </a:pPr>
            <a:r>
              <a:t>Diagram: Maintenance cycle diagram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of SCCM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Backup Site Server task automates DB, config, inbox backup</a:t>
            </a:r>
          </a:p>
          <a:p>
            <a:pPr>
              <a:defRPr sz="1800"/>
            </a:pPr>
            <a:r>
              <a:t>Store backups securely offsite or in cloud</a:t>
            </a:r>
          </a:p>
          <a:p>
            <a:pPr>
              <a:defRPr sz="1800"/>
            </a:pPr>
            <a:r>
              <a:t>Validate restores regularly</a:t>
            </a:r>
          </a:p>
          <a:p>
            <a:pPr>
              <a:defRPr sz="1800"/>
            </a:pPr>
            <a:r>
              <a:t>Diagram: Backup process 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of SCCM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Site Reset: Reapply site settings</a:t>
            </a:r>
          </a:p>
          <a:p>
            <a:pPr>
              <a:defRPr sz="1800"/>
            </a:pPr>
            <a:r>
              <a:t>Database Recovery: Restore SQL backup</a:t>
            </a:r>
          </a:p>
          <a:p>
            <a:pPr>
              <a:defRPr sz="1800"/>
            </a:pPr>
            <a:r>
              <a:t>Full Site Recovery: Recover Site Wizard</a:t>
            </a:r>
          </a:p>
          <a:p>
            <a:pPr>
              <a:defRPr sz="1800"/>
            </a:pPr>
            <a:r>
              <a:t>Best Practice: Test recovery regularly, maintain DR docs</a:t>
            </a:r>
          </a:p>
          <a:p>
            <a:pPr>
              <a:defRPr sz="1800"/>
            </a:pPr>
            <a:r>
              <a:t>Diagram: Recovery decision tree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Module 1: Core features, architecture, monitoring</a:t>
            </a:r>
          </a:p>
          <a:p>
            <a:pPr>
              <a:defRPr sz="1800"/>
            </a:pPr>
            <a:r>
              <a:t>Module 2: Deployment planning, AD schema, setup</a:t>
            </a:r>
          </a:p>
          <a:p>
            <a:pPr>
              <a:defRPr sz="1800"/>
            </a:pPr>
            <a:r>
              <a:t>Module 11: Site maintenance, backup, recovery</a:t>
            </a:r>
          </a:p>
          <a:p>
            <a:pPr>
              <a:defRPr sz="1800"/>
            </a:pPr>
            <a:r>
              <a:t>Key Takeaway: SCCM ensures secure, scalable, centralized management</a:t>
            </a:r>
          </a:p>
          <a:p>
            <a:pPr>
              <a:defRPr sz="1800"/>
            </a:pPr>
            <a:r>
              <a:t>Diagram: Combined summary infographic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