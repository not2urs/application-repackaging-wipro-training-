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37361"/>
            <a:ext cx="7772400" cy="1863090"/>
          </a:xfrm>
        </p:spPr>
        <p:txBody>
          <a:bodyPr/>
          <a:lstStyle/>
          <a:p>
            <a:r>
              <a:rPr b="1" dirty="0"/>
              <a:t>Summary Presentation</a:t>
            </a:r>
            <a:r>
              <a:rPr lang="en-IN" b="1" dirty="0"/>
              <a:t> </a:t>
            </a:r>
            <a:br>
              <a:rPr lang="en-IN" dirty="0"/>
            </a:br>
            <a:r>
              <a:rPr lang="en-IN" b="1" dirty="0"/>
              <a:t>GROUP-A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  <a:latin typeface="Arial Narrow" panose="020B0606020202030204" pitchFamily="34" charset="0"/>
              </a:rPr>
              <a:t>Nexthink, </a:t>
            </a:r>
            <a:r>
              <a:rPr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SysTrack</a:t>
            </a:r>
            <a:r>
              <a:rPr b="1" dirty="0">
                <a:solidFill>
                  <a:schemeClr val="tx1"/>
                </a:solidFill>
                <a:latin typeface="Arial Narrow" panose="020B0606020202030204" pitchFamily="34" charset="0"/>
              </a:rPr>
              <a:t>, and 1E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Nexthink Content Management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645920"/>
            <a:ext cx="76718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Nexthink is a Digital Employee Experience (DEX) platform that also provides content management capabilities for IT teams.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helps manage digital content, surveys, notifications, and communications directly on user devices.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Through this, IT can push targeted messages, training materials, or instructions to employees.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is useful during application packaging and deployment, where instructions or alerts need to be delivered quickly.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can segment communication based on user roles, devices, or departments for more relevance.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Nexthink Content Management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45920"/>
            <a:ext cx="760780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Nexthink ensures that the right content reaches the right employees at the right time.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can also be used for policy reminders, compliance alerts, or software usage guidelines.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Employees can interact with the content and provide real-time feedback.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This improves communication between IT and employees and ensures smoother rollouts of packaged applications.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Overall, Nexthink Content Management improves awareness, compliance, and user engagement during IT operations.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Troubleshooting with Nexthink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853135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• Nexthink plays a major role in diagnosing and resolving IT issues related to applications and </a:t>
            </a:r>
            <a:r>
              <a:rPr sz="2000" dirty="0"/>
              <a:t>systems</a:t>
            </a:r>
            <a:r>
              <a:rPr dirty="0"/>
              <a:t>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• It continuously collects real-time performance data from endpoints such as CPU, memory, disk, and application logs.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• If a packaged application fails to install or run, Nexthink provides detailed insights into the root cause.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• It helps detect issues like application conflicts, driver errors, network delays, or OS mismatches.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• IT teams can create dashboards and alerts to monitor app performance after deployment.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Troubleshooting with Nexthink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645920"/>
            <a:ext cx="76260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End-user feedback surveys can be combined with technical data to spot hidden issues.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Nexthink can also provide remote troubleshooting, reducing the need for onsite visits.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Helps IT prioritize issues based on user impact and severity.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By using Nexthink, organizations can reduce downtime, improve user satisfaction, and speed up problem resolution.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In short, Nexthink makes troubleshooting proactive instead of reactive.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SysTrack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03757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SysTrack</a:t>
            </a:r>
            <a:r>
              <a:rPr sz="2000" dirty="0"/>
              <a:t> (by Lakeside Software) is another Digital Experience Monitoring (DEM) tool widely used in IT.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focuses on collecting deep system-level analytics from end-user devices.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SysTrack</a:t>
            </a:r>
            <a:r>
              <a:rPr sz="2000" dirty="0"/>
              <a:t> tracks details such as application usage, performance, resource consumption, and errors.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This makes it useful for application discovery—knowing which apps are needed, outdated, or unused.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During application packaging, </a:t>
            </a:r>
            <a:r>
              <a:rPr sz="2000" dirty="0" err="1"/>
              <a:t>SysTrack</a:t>
            </a:r>
            <a:r>
              <a:rPr sz="2000" dirty="0"/>
              <a:t> helps identify dependencies and compatibility issues.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SysTrack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8" y="1645920"/>
            <a:ext cx="79827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After deployment, it monitors how packaged apps perform in real-world use.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also provides root cause analysis for failures like crashes or installation errors.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teams use </a:t>
            </a:r>
            <a:r>
              <a:rPr sz="2000" dirty="0" err="1"/>
              <a:t>SysTrack</a:t>
            </a:r>
            <a:r>
              <a:rPr sz="2000" dirty="0"/>
              <a:t> for capacity planning, ensuring devices can handle new software before rollout.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improves user experience by catching issues before they impact employees.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Overall, </a:t>
            </a:r>
            <a:r>
              <a:rPr sz="2000" dirty="0" err="1"/>
              <a:t>SysTrack</a:t>
            </a:r>
            <a:r>
              <a:rPr sz="2000" dirty="0"/>
              <a:t> helps IT make smarter packaging decisions, optimize costs, and enhance performance.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1E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1645920"/>
            <a:ext cx="8229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1E is an endpoint management and DEX platform designed to provide real-time remediation and automation.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is known for self-healing IT—automatically fixing common endpoint problems without manual effort.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In application packaging, 1E ensures that software is deployed smoothly and monitored continuously.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can remediate failed installations, missing dependencies, or configuration mismatches instantly.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1E also offers patch management, ensuring apps and systems are updated securely.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1E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645920"/>
            <a:ext cx="78821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Like Nexthink and </a:t>
            </a:r>
            <a:r>
              <a:rPr sz="2000" dirty="0" err="1"/>
              <a:t>SysTrack</a:t>
            </a:r>
            <a:r>
              <a:rPr sz="2000" dirty="0"/>
              <a:t>, it monitors application and system performance but adds a strong focus on automation.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It can trigger scripts and policies to repair apps or optimize device performance in real time.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Helps IT reduce support costs and improve employee productivity.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Another benefit is license optimization by detecting unused apps and reclaiming licenses.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sz="2000" dirty="0"/>
              <a:t>• In short, 1E provides IT with automation, real-time remediation, and smarter endpoint management.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914400" cy="91440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723</Words>
  <Application>Microsoft Office PowerPoint</Application>
  <PresentationFormat>On-screen Show (4:3)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Narrow</vt:lpstr>
      <vt:lpstr>Calibri</vt:lpstr>
      <vt:lpstr>Office Theme</vt:lpstr>
      <vt:lpstr>Summary Presentation  GROUP-A</vt:lpstr>
      <vt:lpstr>Nexthink Content Management (Part 1)</vt:lpstr>
      <vt:lpstr>Nexthink Content Management (Part 2)</vt:lpstr>
      <vt:lpstr>Troubleshooting with Nexthink (Part 1)</vt:lpstr>
      <vt:lpstr>Troubleshooting with Nexthink (Part 2)</vt:lpstr>
      <vt:lpstr>SysTrack (Part 1)</vt:lpstr>
      <vt:lpstr>SysTrack (Part 2)</vt:lpstr>
      <vt:lpstr>1E (Part 1)</vt:lpstr>
      <vt:lpstr>1E (Part 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Rahman</cp:lastModifiedBy>
  <cp:revision>3</cp:revision>
  <dcterms:created xsi:type="dcterms:W3CDTF">2013-01-27T09:14:16Z</dcterms:created>
  <dcterms:modified xsi:type="dcterms:W3CDTF">2025-08-30T07:55:49Z</dcterms:modified>
  <cp:category/>
</cp:coreProperties>
</file>